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51117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14" y="17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836576"/>
            <a:ext cx="9144000" cy="1779646"/>
          </a:xfrm>
        </p:spPr>
        <p:txBody>
          <a:bodyPr anchor="b"/>
          <a:lstStyle>
            <a:lvl1pPr algn="ctr">
              <a:defRPr sz="4472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84852"/>
            <a:ext cx="9144000" cy="1234156"/>
          </a:xfrm>
        </p:spPr>
        <p:txBody>
          <a:bodyPr/>
          <a:lstStyle>
            <a:lvl1pPr marL="0" indent="0" algn="ctr">
              <a:buNone/>
              <a:defRPr sz="1789"/>
            </a:lvl1pPr>
            <a:lvl2pPr marL="340797" indent="0" algn="ctr">
              <a:buNone/>
              <a:defRPr sz="1491"/>
            </a:lvl2pPr>
            <a:lvl3pPr marL="681594" indent="0" algn="ctr">
              <a:buNone/>
              <a:defRPr sz="1342"/>
            </a:lvl3pPr>
            <a:lvl4pPr marL="1022391" indent="0" algn="ctr">
              <a:buNone/>
              <a:defRPr sz="1193"/>
            </a:lvl4pPr>
            <a:lvl5pPr marL="1363188" indent="0" algn="ctr">
              <a:buNone/>
              <a:defRPr sz="1193"/>
            </a:lvl5pPr>
            <a:lvl6pPr marL="1703984" indent="0" algn="ctr">
              <a:buNone/>
              <a:defRPr sz="1193"/>
            </a:lvl6pPr>
            <a:lvl7pPr marL="2044781" indent="0" algn="ctr">
              <a:buNone/>
              <a:defRPr sz="1193"/>
            </a:lvl7pPr>
            <a:lvl8pPr marL="2385578" indent="0" algn="ctr">
              <a:buNone/>
              <a:defRPr sz="1193"/>
            </a:lvl8pPr>
            <a:lvl9pPr marL="2726375" indent="0" algn="ctr">
              <a:buNone/>
              <a:defRPr sz="1193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81E59-6111-4072-B8FB-8B35ABB3BDE5}" type="datetimeFigureOut">
              <a:rPr lang="es-MX" smtClean="0"/>
              <a:t>18/06/2026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2994A-B4A1-4664-BA4B-6FF1A1CB016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0903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81E59-6111-4072-B8FB-8B35ABB3BDE5}" type="datetimeFigureOut">
              <a:rPr lang="es-MX" smtClean="0"/>
              <a:t>18/06/2026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2994A-B4A1-4664-BA4B-6FF1A1CB016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0387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274388"/>
            <a:ext cx="10515600" cy="2126346"/>
          </a:xfrm>
        </p:spPr>
        <p:txBody>
          <a:bodyPr anchor="b"/>
          <a:lstStyle>
            <a:lvl1pPr>
              <a:defRPr sz="4472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420850"/>
            <a:ext cx="10515600" cy="1118195"/>
          </a:xfrm>
        </p:spPr>
        <p:txBody>
          <a:bodyPr/>
          <a:lstStyle>
            <a:lvl1pPr marL="0" indent="0">
              <a:buNone/>
              <a:defRPr sz="1789">
                <a:solidFill>
                  <a:schemeClr val="tx1">
                    <a:tint val="82000"/>
                  </a:schemeClr>
                </a:solidFill>
              </a:defRPr>
            </a:lvl1pPr>
            <a:lvl2pPr marL="340797" indent="0">
              <a:buNone/>
              <a:defRPr sz="1491">
                <a:solidFill>
                  <a:schemeClr val="tx1">
                    <a:tint val="82000"/>
                  </a:schemeClr>
                </a:solidFill>
              </a:defRPr>
            </a:lvl2pPr>
            <a:lvl3pPr marL="681594" indent="0">
              <a:buNone/>
              <a:defRPr sz="1342">
                <a:solidFill>
                  <a:schemeClr val="tx1">
                    <a:tint val="82000"/>
                  </a:schemeClr>
                </a:solidFill>
              </a:defRPr>
            </a:lvl3pPr>
            <a:lvl4pPr marL="1022391" indent="0">
              <a:buNone/>
              <a:defRPr sz="1193">
                <a:solidFill>
                  <a:schemeClr val="tx1">
                    <a:tint val="82000"/>
                  </a:schemeClr>
                </a:solidFill>
              </a:defRPr>
            </a:lvl4pPr>
            <a:lvl5pPr marL="1363188" indent="0">
              <a:buNone/>
              <a:defRPr sz="1193">
                <a:solidFill>
                  <a:schemeClr val="tx1">
                    <a:tint val="82000"/>
                  </a:schemeClr>
                </a:solidFill>
              </a:defRPr>
            </a:lvl5pPr>
            <a:lvl6pPr marL="1703984" indent="0">
              <a:buNone/>
              <a:defRPr sz="1193">
                <a:solidFill>
                  <a:schemeClr val="tx1">
                    <a:tint val="82000"/>
                  </a:schemeClr>
                </a:solidFill>
              </a:defRPr>
            </a:lvl6pPr>
            <a:lvl7pPr marL="2044781" indent="0">
              <a:buNone/>
              <a:defRPr sz="1193">
                <a:solidFill>
                  <a:schemeClr val="tx1">
                    <a:tint val="82000"/>
                  </a:schemeClr>
                </a:solidFill>
              </a:defRPr>
            </a:lvl7pPr>
            <a:lvl8pPr marL="2385578" indent="0">
              <a:buNone/>
              <a:defRPr sz="1193">
                <a:solidFill>
                  <a:schemeClr val="tx1">
                    <a:tint val="82000"/>
                  </a:schemeClr>
                </a:solidFill>
              </a:defRPr>
            </a:lvl8pPr>
            <a:lvl9pPr marL="2726375" indent="0">
              <a:buNone/>
              <a:defRPr sz="119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81E59-6111-4072-B8FB-8B35ABB3BDE5}" type="datetimeFigureOut">
              <a:rPr lang="es-MX" smtClean="0"/>
              <a:t>18/06/2026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2994A-B4A1-4664-BA4B-6FF1A1CB016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02446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360767"/>
            <a:ext cx="5181600" cy="324335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360767"/>
            <a:ext cx="5181600" cy="324335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81E59-6111-4072-B8FB-8B35ABB3BDE5}" type="datetimeFigureOut">
              <a:rPr lang="es-MX" smtClean="0"/>
              <a:t>18/06/2026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2994A-B4A1-4664-BA4B-6FF1A1CB016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01570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72154"/>
            <a:ext cx="10515600" cy="98803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253089"/>
            <a:ext cx="5157787" cy="614120"/>
          </a:xfrm>
        </p:spPr>
        <p:txBody>
          <a:bodyPr anchor="b"/>
          <a:lstStyle>
            <a:lvl1pPr marL="0" indent="0">
              <a:buNone/>
              <a:defRPr sz="1789" b="1"/>
            </a:lvl1pPr>
            <a:lvl2pPr marL="340797" indent="0">
              <a:buNone/>
              <a:defRPr sz="1491" b="1"/>
            </a:lvl2pPr>
            <a:lvl3pPr marL="681594" indent="0">
              <a:buNone/>
              <a:defRPr sz="1342" b="1"/>
            </a:lvl3pPr>
            <a:lvl4pPr marL="1022391" indent="0">
              <a:buNone/>
              <a:defRPr sz="1193" b="1"/>
            </a:lvl4pPr>
            <a:lvl5pPr marL="1363188" indent="0">
              <a:buNone/>
              <a:defRPr sz="1193" b="1"/>
            </a:lvl5pPr>
            <a:lvl6pPr marL="1703984" indent="0">
              <a:buNone/>
              <a:defRPr sz="1193" b="1"/>
            </a:lvl6pPr>
            <a:lvl7pPr marL="2044781" indent="0">
              <a:buNone/>
              <a:defRPr sz="1193" b="1"/>
            </a:lvl7pPr>
            <a:lvl8pPr marL="2385578" indent="0">
              <a:buNone/>
              <a:defRPr sz="1193" b="1"/>
            </a:lvl8pPr>
            <a:lvl9pPr marL="2726375" indent="0">
              <a:buNone/>
              <a:defRPr sz="119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867209"/>
            <a:ext cx="5157787" cy="27463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253089"/>
            <a:ext cx="5183188" cy="614120"/>
          </a:xfrm>
        </p:spPr>
        <p:txBody>
          <a:bodyPr anchor="b"/>
          <a:lstStyle>
            <a:lvl1pPr marL="0" indent="0">
              <a:buNone/>
              <a:defRPr sz="1789" b="1"/>
            </a:lvl1pPr>
            <a:lvl2pPr marL="340797" indent="0">
              <a:buNone/>
              <a:defRPr sz="1491" b="1"/>
            </a:lvl2pPr>
            <a:lvl3pPr marL="681594" indent="0">
              <a:buNone/>
              <a:defRPr sz="1342" b="1"/>
            </a:lvl3pPr>
            <a:lvl4pPr marL="1022391" indent="0">
              <a:buNone/>
              <a:defRPr sz="1193" b="1"/>
            </a:lvl4pPr>
            <a:lvl5pPr marL="1363188" indent="0">
              <a:buNone/>
              <a:defRPr sz="1193" b="1"/>
            </a:lvl5pPr>
            <a:lvl6pPr marL="1703984" indent="0">
              <a:buNone/>
              <a:defRPr sz="1193" b="1"/>
            </a:lvl6pPr>
            <a:lvl7pPr marL="2044781" indent="0">
              <a:buNone/>
              <a:defRPr sz="1193" b="1"/>
            </a:lvl7pPr>
            <a:lvl8pPr marL="2385578" indent="0">
              <a:buNone/>
              <a:defRPr sz="1193" b="1"/>
            </a:lvl8pPr>
            <a:lvl9pPr marL="2726375" indent="0">
              <a:buNone/>
              <a:defRPr sz="119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867209"/>
            <a:ext cx="5183188" cy="27463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81E59-6111-4072-B8FB-8B35ABB3BDE5}" type="datetimeFigureOut">
              <a:rPr lang="es-MX" smtClean="0"/>
              <a:t>18/06/2026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2994A-B4A1-4664-BA4B-6FF1A1CB016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43782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81E59-6111-4072-B8FB-8B35ABB3BDE5}" type="datetimeFigureOut">
              <a:rPr lang="es-MX" smtClean="0"/>
              <a:t>18/06/2026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2994A-B4A1-4664-BA4B-6FF1A1CB016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19608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81E59-6111-4072-B8FB-8B35ABB3BDE5}" type="datetimeFigureOut">
              <a:rPr lang="es-MX" smtClean="0"/>
              <a:t>18/06/2026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2994A-B4A1-4664-BA4B-6FF1A1CB016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4742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40783"/>
            <a:ext cx="3932237" cy="1192742"/>
          </a:xfrm>
        </p:spPr>
        <p:txBody>
          <a:bodyPr anchor="b"/>
          <a:lstStyle>
            <a:lvl1pPr>
              <a:defRPr sz="238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735998"/>
            <a:ext cx="6172200" cy="3632656"/>
          </a:xfrm>
        </p:spPr>
        <p:txBody>
          <a:bodyPr/>
          <a:lstStyle>
            <a:lvl1pPr>
              <a:defRPr sz="2385"/>
            </a:lvl1pPr>
            <a:lvl2pPr>
              <a:defRPr sz="2087"/>
            </a:lvl2pPr>
            <a:lvl3pPr>
              <a:defRPr sz="1789"/>
            </a:lvl3pPr>
            <a:lvl4pPr>
              <a:defRPr sz="1491"/>
            </a:lvl4pPr>
            <a:lvl5pPr>
              <a:defRPr sz="1491"/>
            </a:lvl5pPr>
            <a:lvl6pPr>
              <a:defRPr sz="1491"/>
            </a:lvl6pPr>
            <a:lvl7pPr>
              <a:defRPr sz="1491"/>
            </a:lvl7pPr>
            <a:lvl8pPr>
              <a:defRPr sz="1491"/>
            </a:lvl8pPr>
            <a:lvl9pPr>
              <a:defRPr sz="149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533525"/>
            <a:ext cx="3932237" cy="2841045"/>
          </a:xfrm>
        </p:spPr>
        <p:txBody>
          <a:bodyPr/>
          <a:lstStyle>
            <a:lvl1pPr marL="0" indent="0">
              <a:buNone/>
              <a:defRPr sz="1193"/>
            </a:lvl1pPr>
            <a:lvl2pPr marL="340797" indent="0">
              <a:buNone/>
              <a:defRPr sz="1044"/>
            </a:lvl2pPr>
            <a:lvl3pPr marL="681594" indent="0">
              <a:buNone/>
              <a:defRPr sz="894"/>
            </a:lvl3pPr>
            <a:lvl4pPr marL="1022391" indent="0">
              <a:buNone/>
              <a:defRPr sz="745"/>
            </a:lvl4pPr>
            <a:lvl5pPr marL="1363188" indent="0">
              <a:buNone/>
              <a:defRPr sz="745"/>
            </a:lvl5pPr>
            <a:lvl6pPr marL="1703984" indent="0">
              <a:buNone/>
              <a:defRPr sz="745"/>
            </a:lvl6pPr>
            <a:lvl7pPr marL="2044781" indent="0">
              <a:buNone/>
              <a:defRPr sz="745"/>
            </a:lvl7pPr>
            <a:lvl8pPr marL="2385578" indent="0">
              <a:buNone/>
              <a:defRPr sz="745"/>
            </a:lvl8pPr>
            <a:lvl9pPr marL="2726375" indent="0">
              <a:buNone/>
              <a:defRPr sz="74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81E59-6111-4072-B8FB-8B35ABB3BDE5}" type="datetimeFigureOut">
              <a:rPr lang="es-MX" smtClean="0"/>
              <a:t>18/06/2026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2994A-B4A1-4664-BA4B-6FF1A1CB016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70274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40783"/>
            <a:ext cx="3932237" cy="1192742"/>
          </a:xfrm>
        </p:spPr>
        <p:txBody>
          <a:bodyPr anchor="b"/>
          <a:lstStyle>
            <a:lvl1pPr>
              <a:defRPr sz="238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735998"/>
            <a:ext cx="6172200" cy="3632656"/>
          </a:xfrm>
        </p:spPr>
        <p:txBody>
          <a:bodyPr anchor="t"/>
          <a:lstStyle>
            <a:lvl1pPr marL="0" indent="0">
              <a:buNone/>
              <a:defRPr sz="2385"/>
            </a:lvl1pPr>
            <a:lvl2pPr marL="340797" indent="0">
              <a:buNone/>
              <a:defRPr sz="2087"/>
            </a:lvl2pPr>
            <a:lvl3pPr marL="681594" indent="0">
              <a:buNone/>
              <a:defRPr sz="1789"/>
            </a:lvl3pPr>
            <a:lvl4pPr marL="1022391" indent="0">
              <a:buNone/>
              <a:defRPr sz="1491"/>
            </a:lvl4pPr>
            <a:lvl5pPr marL="1363188" indent="0">
              <a:buNone/>
              <a:defRPr sz="1491"/>
            </a:lvl5pPr>
            <a:lvl6pPr marL="1703984" indent="0">
              <a:buNone/>
              <a:defRPr sz="1491"/>
            </a:lvl6pPr>
            <a:lvl7pPr marL="2044781" indent="0">
              <a:buNone/>
              <a:defRPr sz="1491"/>
            </a:lvl7pPr>
            <a:lvl8pPr marL="2385578" indent="0">
              <a:buNone/>
              <a:defRPr sz="1491"/>
            </a:lvl8pPr>
            <a:lvl9pPr marL="2726375" indent="0">
              <a:buNone/>
              <a:defRPr sz="1491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533525"/>
            <a:ext cx="3932237" cy="2841045"/>
          </a:xfrm>
        </p:spPr>
        <p:txBody>
          <a:bodyPr/>
          <a:lstStyle>
            <a:lvl1pPr marL="0" indent="0">
              <a:buNone/>
              <a:defRPr sz="1193"/>
            </a:lvl1pPr>
            <a:lvl2pPr marL="340797" indent="0">
              <a:buNone/>
              <a:defRPr sz="1044"/>
            </a:lvl2pPr>
            <a:lvl3pPr marL="681594" indent="0">
              <a:buNone/>
              <a:defRPr sz="894"/>
            </a:lvl3pPr>
            <a:lvl4pPr marL="1022391" indent="0">
              <a:buNone/>
              <a:defRPr sz="745"/>
            </a:lvl4pPr>
            <a:lvl5pPr marL="1363188" indent="0">
              <a:buNone/>
              <a:defRPr sz="745"/>
            </a:lvl5pPr>
            <a:lvl6pPr marL="1703984" indent="0">
              <a:buNone/>
              <a:defRPr sz="745"/>
            </a:lvl6pPr>
            <a:lvl7pPr marL="2044781" indent="0">
              <a:buNone/>
              <a:defRPr sz="745"/>
            </a:lvl7pPr>
            <a:lvl8pPr marL="2385578" indent="0">
              <a:buNone/>
              <a:defRPr sz="745"/>
            </a:lvl8pPr>
            <a:lvl9pPr marL="2726375" indent="0">
              <a:buNone/>
              <a:defRPr sz="74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81E59-6111-4072-B8FB-8B35ABB3BDE5}" type="datetimeFigureOut">
              <a:rPr lang="es-MX" smtClean="0"/>
              <a:t>18/06/2026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2994A-B4A1-4664-BA4B-6FF1A1CB016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7047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81E59-6111-4072-B8FB-8B35ABB3BDE5}" type="datetimeFigureOut">
              <a:rPr lang="es-MX" smtClean="0"/>
              <a:t>18/06/2026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2994A-B4A1-4664-BA4B-6FF1A1CB016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6141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72153"/>
            <a:ext cx="2628900" cy="4331972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72153"/>
            <a:ext cx="7734300" cy="4331972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81E59-6111-4072-B8FB-8B35ABB3BDE5}" type="datetimeFigureOut">
              <a:rPr lang="es-MX" smtClean="0"/>
              <a:t>18/06/2026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2994A-B4A1-4664-BA4B-6FF1A1CB016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00041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72154"/>
            <a:ext cx="10515600" cy="988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360767"/>
            <a:ext cx="10515600" cy="32433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4737836"/>
            <a:ext cx="2743200" cy="2721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9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081E59-6111-4072-B8FB-8B35ABB3BDE5}" type="datetimeFigureOut">
              <a:rPr lang="es-MX" smtClean="0"/>
              <a:t>18/06/2026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4737836"/>
            <a:ext cx="4114800" cy="2721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9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4737836"/>
            <a:ext cx="2743200" cy="2721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9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E2994A-B4A1-4664-BA4B-6FF1A1CB016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45306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1594" rtl="0" eaLnBrk="1" latinLnBrk="0" hangingPunct="1">
        <a:lnSpc>
          <a:spcPct val="90000"/>
        </a:lnSpc>
        <a:spcBef>
          <a:spcPct val="0"/>
        </a:spcBef>
        <a:buNone/>
        <a:defRPr sz="3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0398" indent="-170398" algn="l" defTabSz="681594" rtl="0" eaLnBrk="1" latinLnBrk="0" hangingPunct="1">
        <a:lnSpc>
          <a:spcPct val="90000"/>
        </a:lnSpc>
        <a:spcBef>
          <a:spcPts val="745"/>
        </a:spcBef>
        <a:buFont typeface="Arial" panose="020B0604020202020204" pitchFamily="34" charset="0"/>
        <a:buChar char="•"/>
        <a:defRPr sz="2087" kern="1200">
          <a:solidFill>
            <a:schemeClr val="tx1"/>
          </a:solidFill>
          <a:latin typeface="+mn-lt"/>
          <a:ea typeface="+mn-ea"/>
          <a:cs typeface="+mn-cs"/>
        </a:defRPr>
      </a:lvl1pPr>
      <a:lvl2pPr marL="511195" indent="-170398" algn="l" defTabSz="681594" rtl="0" eaLnBrk="1" latinLnBrk="0" hangingPunct="1">
        <a:lnSpc>
          <a:spcPct val="90000"/>
        </a:lnSpc>
        <a:spcBef>
          <a:spcPts val="373"/>
        </a:spcBef>
        <a:buFont typeface="Arial" panose="020B0604020202020204" pitchFamily="34" charset="0"/>
        <a:buChar char="•"/>
        <a:defRPr sz="1789" kern="1200">
          <a:solidFill>
            <a:schemeClr val="tx1"/>
          </a:solidFill>
          <a:latin typeface="+mn-lt"/>
          <a:ea typeface="+mn-ea"/>
          <a:cs typeface="+mn-cs"/>
        </a:defRPr>
      </a:lvl2pPr>
      <a:lvl3pPr marL="851992" indent="-170398" algn="l" defTabSz="681594" rtl="0" eaLnBrk="1" latinLnBrk="0" hangingPunct="1">
        <a:lnSpc>
          <a:spcPct val="90000"/>
        </a:lnSpc>
        <a:spcBef>
          <a:spcPts val="373"/>
        </a:spcBef>
        <a:buFont typeface="Arial" panose="020B0604020202020204" pitchFamily="34" charset="0"/>
        <a:buChar char="•"/>
        <a:defRPr sz="1491" kern="1200">
          <a:solidFill>
            <a:schemeClr val="tx1"/>
          </a:solidFill>
          <a:latin typeface="+mn-lt"/>
          <a:ea typeface="+mn-ea"/>
          <a:cs typeface="+mn-cs"/>
        </a:defRPr>
      </a:lvl3pPr>
      <a:lvl4pPr marL="1192789" indent="-170398" algn="l" defTabSz="681594" rtl="0" eaLnBrk="1" latinLnBrk="0" hangingPunct="1">
        <a:lnSpc>
          <a:spcPct val="90000"/>
        </a:lnSpc>
        <a:spcBef>
          <a:spcPts val="373"/>
        </a:spcBef>
        <a:buFont typeface="Arial" panose="020B0604020202020204" pitchFamily="34" charset="0"/>
        <a:buChar char="•"/>
        <a:defRPr sz="1342" kern="1200">
          <a:solidFill>
            <a:schemeClr val="tx1"/>
          </a:solidFill>
          <a:latin typeface="+mn-lt"/>
          <a:ea typeface="+mn-ea"/>
          <a:cs typeface="+mn-cs"/>
        </a:defRPr>
      </a:lvl4pPr>
      <a:lvl5pPr marL="1533586" indent="-170398" algn="l" defTabSz="681594" rtl="0" eaLnBrk="1" latinLnBrk="0" hangingPunct="1">
        <a:lnSpc>
          <a:spcPct val="90000"/>
        </a:lnSpc>
        <a:spcBef>
          <a:spcPts val="373"/>
        </a:spcBef>
        <a:buFont typeface="Arial" panose="020B0604020202020204" pitchFamily="34" charset="0"/>
        <a:buChar char="•"/>
        <a:defRPr sz="1342" kern="1200">
          <a:solidFill>
            <a:schemeClr val="tx1"/>
          </a:solidFill>
          <a:latin typeface="+mn-lt"/>
          <a:ea typeface="+mn-ea"/>
          <a:cs typeface="+mn-cs"/>
        </a:defRPr>
      </a:lvl5pPr>
      <a:lvl6pPr marL="1874383" indent="-170398" algn="l" defTabSz="681594" rtl="0" eaLnBrk="1" latinLnBrk="0" hangingPunct="1">
        <a:lnSpc>
          <a:spcPct val="90000"/>
        </a:lnSpc>
        <a:spcBef>
          <a:spcPts val="373"/>
        </a:spcBef>
        <a:buFont typeface="Arial" panose="020B0604020202020204" pitchFamily="34" charset="0"/>
        <a:buChar char="•"/>
        <a:defRPr sz="1342" kern="1200">
          <a:solidFill>
            <a:schemeClr val="tx1"/>
          </a:solidFill>
          <a:latin typeface="+mn-lt"/>
          <a:ea typeface="+mn-ea"/>
          <a:cs typeface="+mn-cs"/>
        </a:defRPr>
      </a:lvl6pPr>
      <a:lvl7pPr marL="2215180" indent="-170398" algn="l" defTabSz="681594" rtl="0" eaLnBrk="1" latinLnBrk="0" hangingPunct="1">
        <a:lnSpc>
          <a:spcPct val="90000"/>
        </a:lnSpc>
        <a:spcBef>
          <a:spcPts val="373"/>
        </a:spcBef>
        <a:buFont typeface="Arial" panose="020B0604020202020204" pitchFamily="34" charset="0"/>
        <a:buChar char="•"/>
        <a:defRPr sz="1342" kern="1200">
          <a:solidFill>
            <a:schemeClr val="tx1"/>
          </a:solidFill>
          <a:latin typeface="+mn-lt"/>
          <a:ea typeface="+mn-ea"/>
          <a:cs typeface="+mn-cs"/>
        </a:defRPr>
      </a:lvl7pPr>
      <a:lvl8pPr marL="2555977" indent="-170398" algn="l" defTabSz="681594" rtl="0" eaLnBrk="1" latinLnBrk="0" hangingPunct="1">
        <a:lnSpc>
          <a:spcPct val="90000"/>
        </a:lnSpc>
        <a:spcBef>
          <a:spcPts val="373"/>
        </a:spcBef>
        <a:buFont typeface="Arial" panose="020B0604020202020204" pitchFamily="34" charset="0"/>
        <a:buChar char="•"/>
        <a:defRPr sz="1342" kern="1200">
          <a:solidFill>
            <a:schemeClr val="tx1"/>
          </a:solidFill>
          <a:latin typeface="+mn-lt"/>
          <a:ea typeface="+mn-ea"/>
          <a:cs typeface="+mn-cs"/>
        </a:defRPr>
      </a:lvl8pPr>
      <a:lvl9pPr marL="2896773" indent="-170398" algn="l" defTabSz="681594" rtl="0" eaLnBrk="1" latinLnBrk="0" hangingPunct="1">
        <a:lnSpc>
          <a:spcPct val="90000"/>
        </a:lnSpc>
        <a:spcBef>
          <a:spcPts val="373"/>
        </a:spcBef>
        <a:buFont typeface="Arial" panose="020B0604020202020204" pitchFamily="34" charset="0"/>
        <a:buChar char="•"/>
        <a:defRPr sz="134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1594" rtl="0" eaLnBrk="1" latinLnBrk="0" hangingPunct="1">
        <a:defRPr sz="1342" kern="1200">
          <a:solidFill>
            <a:schemeClr val="tx1"/>
          </a:solidFill>
          <a:latin typeface="+mn-lt"/>
          <a:ea typeface="+mn-ea"/>
          <a:cs typeface="+mn-cs"/>
        </a:defRPr>
      </a:lvl1pPr>
      <a:lvl2pPr marL="340797" algn="l" defTabSz="681594" rtl="0" eaLnBrk="1" latinLnBrk="0" hangingPunct="1">
        <a:defRPr sz="1342" kern="1200">
          <a:solidFill>
            <a:schemeClr val="tx1"/>
          </a:solidFill>
          <a:latin typeface="+mn-lt"/>
          <a:ea typeface="+mn-ea"/>
          <a:cs typeface="+mn-cs"/>
        </a:defRPr>
      </a:lvl2pPr>
      <a:lvl3pPr marL="681594" algn="l" defTabSz="681594" rtl="0" eaLnBrk="1" latinLnBrk="0" hangingPunct="1">
        <a:defRPr sz="1342" kern="1200">
          <a:solidFill>
            <a:schemeClr val="tx1"/>
          </a:solidFill>
          <a:latin typeface="+mn-lt"/>
          <a:ea typeface="+mn-ea"/>
          <a:cs typeface="+mn-cs"/>
        </a:defRPr>
      </a:lvl3pPr>
      <a:lvl4pPr marL="1022391" algn="l" defTabSz="681594" rtl="0" eaLnBrk="1" latinLnBrk="0" hangingPunct="1">
        <a:defRPr sz="1342" kern="1200">
          <a:solidFill>
            <a:schemeClr val="tx1"/>
          </a:solidFill>
          <a:latin typeface="+mn-lt"/>
          <a:ea typeface="+mn-ea"/>
          <a:cs typeface="+mn-cs"/>
        </a:defRPr>
      </a:lvl4pPr>
      <a:lvl5pPr marL="1363188" algn="l" defTabSz="681594" rtl="0" eaLnBrk="1" latinLnBrk="0" hangingPunct="1">
        <a:defRPr sz="1342" kern="1200">
          <a:solidFill>
            <a:schemeClr val="tx1"/>
          </a:solidFill>
          <a:latin typeface="+mn-lt"/>
          <a:ea typeface="+mn-ea"/>
          <a:cs typeface="+mn-cs"/>
        </a:defRPr>
      </a:lvl5pPr>
      <a:lvl6pPr marL="1703984" algn="l" defTabSz="681594" rtl="0" eaLnBrk="1" latinLnBrk="0" hangingPunct="1">
        <a:defRPr sz="1342" kern="1200">
          <a:solidFill>
            <a:schemeClr val="tx1"/>
          </a:solidFill>
          <a:latin typeface="+mn-lt"/>
          <a:ea typeface="+mn-ea"/>
          <a:cs typeface="+mn-cs"/>
        </a:defRPr>
      </a:lvl6pPr>
      <a:lvl7pPr marL="2044781" algn="l" defTabSz="681594" rtl="0" eaLnBrk="1" latinLnBrk="0" hangingPunct="1">
        <a:defRPr sz="1342" kern="1200">
          <a:solidFill>
            <a:schemeClr val="tx1"/>
          </a:solidFill>
          <a:latin typeface="+mn-lt"/>
          <a:ea typeface="+mn-ea"/>
          <a:cs typeface="+mn-cs"/>
        </a:defRPr>
      </a:lvl7pPr>
      <a:lvl8pPr marL="2385578" algn="l" defTabSz="681594" rtl="0" eaLnBrk="1" latinLnBrk="0" hangingPunct="1">
        <a:defRPr sz="1342" kern="1200">
          <a:solidFill>
            <a:schemeClr val="tx1"/>
          </a:solidFill>
          <a:latin typeface="+mn-lt"/>
          <a:ea typeface="+mn-ea"/>
          <a:cs typeface="+mn-cs"/>
        </a:defRPr>
      </a:lvl8pPr>
      <a:lvl9pPr marL="2726375" algn="l" defTabSz="681594" rtl="0" eaLnBrk="1" latinLnBrk="0" hangingPunct="1">
        <a:defRPr sz="134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DF359C4-ACDA-D920-046A-212ECF2DC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51" y="81100"/>
            <a:ext cx="11931098" cy="503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0597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1391</TotalTime>
  <Words>0</Words>
  <Application>Microsoft Office PowerPoint</Application>
  <PresentationFormat>Personalizado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Nautimax</dc:creator>
  <cp:lastModifiedBy>Nautimax</cp:lastModifiedBy>
  <cp:revision>1</cp:revision>
  <dcterms:created xsi:type="dcterms:W3CDTF">2026-06-18T08:01:00Z</dcterms:created>
  <dcterms:modified xsi:type="dcterms:W3CDTF">2026-06-19T07:12:46Z</dcterms:modified>
</cp:coreProperties>
</file>